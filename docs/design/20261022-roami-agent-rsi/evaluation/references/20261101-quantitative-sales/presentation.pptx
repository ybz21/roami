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(units)</c:v>
                </c:pt>
              </c:strCache>
            </c:strRef>
          </c:tx>
          <c:dPt>
            <c:idx val="0"/>
            <c:spPr>
              <a:solidFill>
                <a:srgbClr val="6B7F99"/>
              </a:solidFill>
              <a:ln>
                <a:noFill/>
              </a:ln>
            </c:spPr>
          </c:dPt>
          <c:dPt>
            <c:idx val="1"/>
            <c:spPr>
              <a:solidFill>
                <a:srgbClr val="007D8C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35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>
                  <a:solidFill>
                    <a:srgbClr val="182536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58697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>
              <a:solidFill>
                <a:srgbClr val="E4EA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58697B"/>
                </a:solidFill>
                <a:latin typeface="Arial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6B7F99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Combined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007D8C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Combined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58697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b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58697B"/>
                </a:solidFill>
                <a:latin typeface="Arial"/>
              </a:defRPr>
            </a:pPr>
          </a:p>
        </c:txPr>
        <c:crossAx val="-2068027336"/>
        <c:crosses val="autoZero"/>
        <c:majorUnit val="10.0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182536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48640"/>
            <a:ext cx="411480" cy="22860"/>
          </a:xfrm>
          <a:prstGeom prst="rect">
            <a:avLst/>
          </a:prstGeom>
          <a:solidFill>
            <a:srgbClr val="00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8697B"/>
                </a:solidFill>
                <a:latin typeface="Arial"/>
              </a:defRPr>
            </a:pPr>
            <a:r>
              <a:t>SALES / QUARTERLY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126480"/>
            <a:ext cx="10972800" cy="2286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3825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8697B"/>
                </a:solidFill>
                <a:latin typeface="Arial"/>
              </a:defRPr>
            </a:pPr>
            <a:r>
              <a:t>Source: synthetic-sales.csv | Sales in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8697B"/>
                </a:solidFill>
                <a:latin typeface="Arial"/>
              </a:defRPr>
            </a:pPr>
            <a:r>
              <a:t>01 /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82536"/>
                </a:solidFill>
                <a:latin typeface="Arial"/>
              </a:defRPr>
            </a:pPr>
            <a:r>
              <a:t>Q2 exceeds Q1</a:t>
            </a:r>
          </a:p>
          <a:p>
            <a:pPr>
              <a:defRPr sz="3600" b="1">
                <a:solidFill>
                  <a:srgbClr val="182536"/>
                </a:solidFill>
                <a:latin typeface="Arial"/>
              </a:defRPr>
            </a:pPr>
            <a:r>
              <a:t>by 15 units.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58697B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18253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007D8C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1605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007D8C"/>
                </a:solidFill>
                <a:latin typeface="Arial"/>
              </a:defRPr>
            </a:pPr>
            <a:r>
              <a:t>35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760720" y="1508760"/>
          <a:ext cx="56692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48640"/>
            <a:ext cx="411480" cy="22860"/>
          </a:xfrm>
          <a:prstGeom prst="rect">
            <a:avLst/>
          </a:prstGeom>
          <a:solidFill>
            <a:srgbClr val="00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8697B"/>
                </a:solidFill>
                <a:latin typeface="Arial"/>
              </a:defRPr>
            </a:pPr>
            <a:r>
              <a:t>SALES / COMBINED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126480"/>
            <a:ext cx="10972800" cy="2286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3825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8697B"/>
                </a:solidFill>
                <a:latin typeface="Arial"/>
              </a:defRPr>
            </a:pPr>
            <a:r>
              <a:t>Source: synthetic-sales.csv | Sales in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8697B"/>
                </a:solidFill>
                <a:latin typeface="Arial"/>
              </a:defRPr>
            </a:pPr>
            <a:r>
              <a:t>02 /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82536"/>
                </a:solidFill>
                <a:latin typeface="Arial"/>
              </a:defRPr>
            </a:pPr>
            <a:r>
              <a:t>55 units.</a:t>
            </a:r>
          </a:p>
          <a:p>
            <a:pPr>
              <a:defRPr sz="3600" b="1">
                <a:solidFill>
                  <a:srgbClr val="182536"/>
                </a:solidFill>
                <a:latin typeface="Arial"/>
              </a:defRPr>
            </a:pPr>
            <a:r>
              <a:t>Across two quarters.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7D8C"/>
                </a:solidFill>
                <a:latin typeface="Arial"/>
              </a:defRPr>
            </a:pPr>
            <a:r>
              <a:t>20 + 35 = 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091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58697B"/>
                </a:solidFill>
                <a:latin typeface="Arial"/>
              </a:defRPr>
            </a:pPr>
            <a:r>
              <a:t>Q1 and Q2, combined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715000" y="1828800"/>
          <a:ext cx="57607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