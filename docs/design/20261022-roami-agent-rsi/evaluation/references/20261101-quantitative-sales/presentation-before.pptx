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122030"/>
                </a:solidFill>
                <a:latin typeface="Liberation Sans"/>
              </a:defRPr>
            </a:pPr>
            <a:r>
              <a:t>Quarterly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22030"/>
                </a:solidFill>
                <a:latin typeface="Liberation Sans"/>
              </a:defRPr>
            </a:pPr>
            <a:r>
              <a:t>Q1: 20 units</a:t>
            </a:r>
          </a:p>
          <a:p>
            <a:pPr>
              <a:defRPr sz="2300">
                <a:solidFill>
                  <a:srgbClr val="122030"/>
                </a:solidFill>
                <a:latin typeface="Liberation Sans"/>
              </a:defRPr>
            </a:pPr>
            <a:r>
              <a:t>Q2: 35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2030"/>
                </a:solidFill>
                <a:latin typeface="Liberation Sans"/>
              </a:defRPr>
            </a:pPr>
            <a:r>
              <a:t>synthetic-sales.csv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122030"/>
                </a:solidFill>
                <a:latin typeface="Liberation Sans"/>
              </a:defRPr>
            </a:pPr>
            <a:r>
              <a:t>Total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22030"/>
                </a:solidFill>
                <a:latin typeface="Liberation Sans"/>
              </a:defRPr>
            </a:pPr>
            <a:r>
              <a:t>20 + 35 = 55 units</a:t>
            </a:r>
          </a:p>
          <a:p>
            <a:pPr>
              <a:defRPr sz="2300">
                <a:solidFill>
                  <a:srgbClr val="122030"/>
                </a:solidFill>
                <a:latin typeface="Liberation Sans"/>
              </a:defRPr>
            </a:pPr>
            <a:r>
              <a:t>Q2 exceeds Q1 by 15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2030"/>
                </a:solidFill>
                <a:latin typeface="Liberation Sans"/>
              </a:defRPr>
            </a:pPr>
            <a:r>
              <a:t>synthetic-sales.csv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